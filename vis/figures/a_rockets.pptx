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</p:sldIdLst>
  <p:sldSz cx="9144000" cy="9144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84" autoAdjust="0"/>
    <p:restoredTop sz="94660"/>
  </p:normalViewPr>
  <p:slideViewPr>
    <p:cSldViewPr snapToGrid="0">
      <p:cViewPr>
        <p:scale>
          <a:sx n="217" d="100"/>
          <a:sy n="217" d="100"/>
        </p:scale>
        <p:origin x="-1776" y="-6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496484"/>
            <a:ext cx="7772400" cy="318346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4802717"/>
            <a:ext cx="6858000" cy="220768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21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4597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2279653"/>
            <a:ext cx="7886700" cy="3803649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6119286"/>
            <a:ext cx="7886700" cy="20002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56597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2434167"/>
            <a:ext cx="3886200" cy="5801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70523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86836"/>
            <a:ext cx="7886700" cy="17674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2241551"/>
            <a:ext cx="3868340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3340100"/>
            <a:ext cx="3868340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1" y="2241551"/>
            <a:ext cx="3887391" cy="1098549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1" y="3340100"/>
            <a:ext cx="3887391" cy="491278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0754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710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7114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1316569"/>
            <a:ext cx="4629150" cy="649816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14135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609600"/>
            <a:ext cx="2949178" cy="21336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1316569"/>
            <a:ext cx="4629150" cy="6498167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743200"/>
            <a:ext cx="2949178" cy="508211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1994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4317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6" y="486834"/>
            <a:ext cx="1971675" cy="774911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1" y="486834"/>
            <a:ext cx="5800725" cy="77491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5853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86836"/>
            <a:ext cx="7886700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2434167"/>
            <a:ext cx="7886700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A64332-32A4-4F11-BE0E-A02F48F059C1}" type="datetimeFigureOut">
              <a:rPr lang="en-US" smtClean="0"/>
              <a:t>1/5/25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8475136"/>
            <a:ext cx="30861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8475136"/>
            <a:ext cx="205740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A577F59-6EA1-443A-A9EA-1CBEDBF5F2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7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microsoft.com/office/2007/relationships/hdphoto" Target="../media/hdphoto1.wdp"/><Relationship Id="rId18" Type="http://schemas.openxmlformats.org/officeDocument/2006/relationships/image" Target="../media/image16.png"/><Relationship Id="rId3" Type="http://schemas.openxmlformats.org/officeDocument/2006/relationships/image" Target="../media/image2.png"/><Relationship Id="rId21" Type="http://schemas.openxmlformats.org/officeDocument/2006/relationships/image" Target="../media/image19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17" Type="http://schemas.openxmlformats.org/officeDocument/2006/relationships/image" Target="../media/image15.png"/><Relationship Id="rId2" Type="http://schemas.openxmlformats.org/officeDocument/2006/relationships/image" Target="../media/image1.png"/><Relationship Id="rId16" Type="http://schemas.openxmlformats.org/officeDocument/2006/relationships/image" Target="../media/image14.png"/><Relationship Id="rId20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3.png"/><Relationship Id="rId10" Type="http://schemas.openxmlformats.org/officeDocument/2006/relationships/image" Target="../media/image9.png"/><Relationship Id="rId19" Type="http://schemas.openxmlformats.org/officeDocument/2006/relationships/image" Target="../media/image17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screenshot of a computer&#10;&#10;Description automatically generated">
            <a:extLst>
              <a:ext uri="{FF2B5EF4-FFF2-40B4-BE49-F238E27FC236}">
                <a16:creationId xmlns:a16="http://schemas.microsoft.com/office/drawing/2014/main" id="{E136BA6A-2A9E-7EB5-AD60-A3F5DA8918F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83"/>
          <a:stretch/>
        </p:blipFill>
        <p:spPr>
          <a:xfrm>
            <a:off x="653170" y="7015666"/>
            <a:ext cx="7441661" cy="1579673"/>
          </a:xfrm>
          <a:prstGeom prst="rect">
            <a:avLst/>
          </a:prstGeom>
        </p:spPr>
      </p:pic>
      <p:pic>
        <p:nvPicPr>
          <p:cNvPr id="21" name="Picture 20" descr="A screenshot of a computer&#10;&#10;Description automatically generated">
            <a:extLst>
              <a:ext uri="{FF2B5EF4-FFF2-40B4-BE49-F238E27FC236}">
                <a16:creationId xmlns:a16="http://schemas.microsoft.com/office/drawing/2014/main" id="{9EEDD26D-2C52-8195-7FDF-406F634800C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783"/>
          <a:stretch/>
        </p:blipFill>
        <p:spPr>
          <a:xfrm>
            <a:off x="653171" y="3110487"/>
            <a:ext cx="7441660" cy="157967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4EBA3E82-E49B-A8C7-6E88-6EDF1F8332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863" b="3009"/>
          <a:stretch/>
        </p:blipFill>
        <p:spPr>
          <a:xfrm flipH="1">
            <a:off x="2028447" y="4702192"/>
            <a:ext cx="735374" cy="2452746"/>
          </a:xfrm>
          <a:prstGeom prst="rect">
            <a:avLst/>
          </a:prstGeom>
        </p:spPr>
      </p:pic>
      <p:pic>
        <p:nvPicPr>
          <p:cNvPr id="37" name="Picture 36" descr="A white cylinder with blue text&#10;&#10;Description automatically generated">
            <a:extLst>
              <a:ext uri="{FF2B5EF4-FFF2-40B4-BE49-F238E27FC236}">
                <a16:creationId xmlns:a16="http://schemas.microsoft.com/office/drawing/2014/main" id="{600D96F1-F9B8-DDC8-5015-F44961C53C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173" y="4705515"/>
            <a:ext cx="396077" cy="2449423"/>
          </a:xfrm>
          <a:prstGeom prst="rect">
            <a:avLst/>
          </a:prstGeom>
        </p:spPr>
      </p:pic>
      <p:pic>
        <p:nvPicPr>
          <p:cNvPr id="40" name="Picture 39" descr="A space shuttle with flags on it&#10;&#10;Description automatically generated">
            <a:extLst>
              <a:ext uri="{FF2B5EF4-FFF2-40B4-BE49-F238E27FC236}">
                <a16:creationId xmlns:a16="http://schemas.microsoft.com/office/drawing/2014/main" id="{426AE121-11F0-6609-F327-578697EC5DF9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t="1528" b="1209"/>
          <a:stretch/>
        </p:blipFill>
        <p:spPr>
          <a:xfrm>
            <a:off x="1913116" y="808996"/>
            <a:ext cx="1047575" cy="2455775"/>
          </a:xfrm>
          <a:prstGeom prst="rect">
            <a:avLst/>
          </a:prstGeom>
        </p:spPr>
      </p:pic>
      <p:pic>
        <p:nvPicPr>
          <p:cNvPr id="41" name="Picture 40" descr="A white cylinder with a number six&#10;&#10;Description automatically generated">
            <a:extLst>
              <a:ext uri="{FF2B5EF4-FFF2-40B4-BE49-F238E27FC236}">
                <a16:creationId xmlns:a16="http://schemas.microsoft.com/office/drawing/2014/main" id="{85CE1E80-2956-C7A2-B75F-0ADD8EE52560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-1" b="519"/>
          <a:stretch/>
        </p:blipFill>
        <p:spPr>
          <a:xfrm>
            <a:off x="3176005" y="808995"/>
            <a:ext cx="586360" cy="2455777"/>
          </a:xfrm>
          <a:prstGeom prst="rect">
            <a:avLst/>
          </a:prstGeom>
        </p:spPr>
      </p:pic>
      <p:pic>
        <p:nvPicPr>
          <p:cNvPr id="42" name="Picture 41">
            <a:extLst>
              <a:ext uri="{FF2B5EF4-FFF2-40B4-BE49-F238E27FC236}">
                <a16:creationId xmlns:a16="http://schemas.microsoft.com/office/drawing/2014/main" id="{7F363AEE-2238-E445-4607-62FB567E580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l="42674" r="45037"/>
          <a:stretch/>
        </p:blipFill>
        <p:spPr>
          <a:xfrm flipH="1">
            <a:off x="6392537" y="808997"/>
            <a:ext cx="329507" cy="2449425"/>
          </a:xfrm>
          <a:prstGeom prst="rect">
            <a:avLst/>
          </a:prstGeom>
        </p:spPr>
      </p:pic>
      <p:pic>
        <p:nvPicPr>
          <p:cNvPr id="43" name="Picture 42" descr="A white rocket with black and white stripes&#10;&#10;Description automatically generated">
            <a:extLst>
              <a:ext uri="{FF2B5EF4-FFF2-40B4-BE49-F238E27FC236}">
                <a16:creationId xmlns:a16="http://schemas.microsoft.com/office/drawing/2014/main" id="{969ABF84-89FE-C042-F315-92648057F684}"/>
              </a:ext>
            </a:extLst>
          </p:cNvPr>
          <p:cNvPicPr>
            <a:picLocks noChangeAspect="1"/>
          </p:cNvPicPr>
          <p:nvPr/>
        </p:nvPicPr>
        <p:blipFill rotWithShape="1">
          <a:blip r:embed="rId9"/>
          <a:srcRect l="40834" t="2676" r="34179" b="1556"/>
          <a:stretch/>
        </p:blipFill>
        <p:spPr>
          <a:xfrm>
            <a:off x="7237561" y="808996"/>
            <a:ext cx="639075" cy="2449426"/>
          </a:xfrm>
          <a:prstGeom prst="rect">
            <a:avLst/>
          </a:prstGeom>
        </p:spPr>
      </p:pic>
      <p:pic>
        <p:nvPicPr>
          <p:cNvPr id="44" name="Picture 43">
            <a:extLst>
              <a:ext uri="{FF2B5EF4-FFF2-40B4-BE49-F238E27FC236}">
                <a16:creationId xmlns:a16="http://schemas.microsoft.com/office/drawing/2014/main" id="{6A3249AA-B045-1AE6-E1DA-562A25AF5E60}"/>
              </a:ext>
            </a:extLst>
          </p:cNvPr>
          <p:cNvPicPr>
            <a:picLocks noChangeAspect="1"/>
          </p:cNvPicPr>
          <p:nvPr/>
        </p:nvPicPr>
        <p:blipFill rotWithShape="1">
          <a:blip r:embed="rId10"/>
          <a:srcRect t="4958" b="14933"/>
          <a:stretch/>
        </p:blipFill>
        <p:spPr>
          <a:xfrm>
            <a:off x="5138978" y="4705513"/>
            <a:ext cx="802872" cy="2455774"/>
          </a:xfrm>
          <a:prstGeom prst="rect">
            <a:avLst/>
          </a:prstGeom>
        </p:spPr>
      </p:pic>
      <p:pic>
        <p:nvPicPr>
          <p:cNvPr id="45" name="Picture 44" descr="A close-up of a metal pole&#10;&#10;Description automatically generated">
            <a:extLst>
              <a:ext uri="{FF2B5EF4-FFF2-40B4-BE49-F238E27FC236}">
                <a16:creationId xmlns:a16="http://schemas.microsoft.com/office/drawing/2014/main" id="{42740042-8F09-284A-33B1-64B530C725FB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t="1728" b="1358"/>
          <a:stretch/>
        </p:blipFill>
        <p:spPr>
          <a:xfrm>
            <a:off x="6321029" y="4705515"/>
            <a:ext cx="492769" cy="2449423"/>
          </a:xfrm>
          <a:prstGeom prst="rect">
            <a:avLst/>
          </a:prstGeom>
        </p:spPr>
      </p:pic>
      <p:pic>
        <p:nvPicPr>
          <p:cNvPr id="3" name="Picture 2" descr="A model of a space shuttle&#10;&#10;Description automatically generated">
            <a:extLst>
              <a:ext uri="{FF2B5EF4-FFF2-40B4-BE49-F238E27FC236}">
                <a16:creationId xmlns:a16="http://schemas.microsoft.com/office/drawing/2014/main" id="{319DF9B5-4965-43C7-A76B-4D99EB79C780}"/>
              </a:ext>
            </a:extLst>
          </p:cNvPr>
          <p:cNvPicPr>
            <a:picLocks noChangeAspect="1"/>
          </p:cNvPicPr>
          <p:nvPr/>
        </p:nvPicPr>
        <p:blipFill rotWithShape="1">
          <a:blip r:embed="rId12">
            <a:grayscl/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colorTemperature colorTemp="5300"/>
                    </a14:imgEffect>
                    <a14:imgEffect>
                      <a14:saturation sat="3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432" b="2247"/>
          <a:stretch/>
        </p:blipFill>
        <p:spPr>
          <a:xfrm>
            <a:off x="2973869" y="4705513"/>
            <a:ext cx="964162" cy="245274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465360-B63F-7CBF-2440-4DFE77D757BA}"/>
              </a:ext>
            </a:extLst>
          </p:cNvPr>
          <p:cNvSpPr txBox="1"/>
          <p:nvPr/>
        </p:nvSpPr>
        <p:spPr>
          <a:xfrm>
            <a:off x="6517480" y="8513097"/>
            <a:ext cx="20567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Rocket graphics not to scale.</a:t>
            </a:r>
          </a:p>
        </p:txBody>
      </p:sp>
      <p:pic>
        <p:nvPicPr>
          <p:cNvPr id="7" name="Picture 6" descr="A blue circle with yellow stars in center&#10;&#10;Description automatically generated">
            <a:extLst>
              <a:ext uri="{FF2B5EF4-FFF2-40B4-BE49-F238E27FC236}">
                <a16:creationId xmlns:a16="http://schemas.microsoft.com/office/drawing/2014/main" id="{B69FED14-4F26-C6CF-34C4-0E1B7A52EEA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19981" y="846948"/>
            <a:ext cx="232852" cy="232852"/>
          </a:xfrm>
          <a:prstGeom prst="rect">
            <a:avLst/>
          </a:prstGeom>
        </p:spPr>
      </p:pic>
      <p:pic>
        <p:nvPicPr>
          <p:cNvPr id="9" name="Picture 8" descr="A flag in a circle&#10;&#10;Description automatically generated">
            <a:extLst>
              <a:ext uri="{FF2B5EF4-FFF2-40B4-BE49-F238E27FC236}">
                <a16:creationId xmlns:a16="http://schemas.microsoft.com/office/drawing/2014/main" id="{536E9397-002E-F88D-FE07-B7A6570EA929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528" y="4737535"/>
            <a:ext cx="232852" cy="232852"/>
          </a:xfrm>
          <a:prstGeom prst="rect">
            <a:avLst/>
          </a:prstGeom>
        </p:spPr>
      </p:pic>
      <p:pic>
        <p:nvPicPr>
          <p:cNvPr id="11" name="Picture 10" descr="A red white and blue flag&#10;&#10;Description automatically generated">
            <a:extLst>
              <a:ext uri="{FF2B5EF4-FFF2-40B4-BE49-F238E27FC236}">
                <a16:creationId xmlns:a16="http://schemas.microsoft.com/office/drawing/2014/main" id="{C7C9C91D-0F93-47BA-530A-C112B69DB2FD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60810" y="4726188"/>
            <a:ext cx="232852" cy="232852"/>
          </a:xfrm>
          <a:prstGeom prst="rect">
            <a:avLst/>
          </a:prstGeom>
        </p:spPr>
      </p:pic>
      <p:pic>
        <p:nvPicPr>
          <p:cNvPr id="13" name="Picture 12" descr="A flag in a circle&#10;&#10;Description automatically generated">
            <a:extLst>
              <a:ext uri="{FF2B5EF4-FFF2-40B4-BE49-F238E27FC236}">
                <a16:creationId xmlns:a16="http://schemas.microsoft.com/office/drawing/2014/main" id="{69B7D6EC-6DC3-B34C-C318-06110A28D3BF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6435" y="846017"/>
            <a:ext cx="233783" cy="233783"/>
          </a:xfrm>
          <a:prstGeom prst="rect">
            <a:avLst/>
          </a:prstGeom>
        </p:spPr>
      </p:pic>
      <p:pic>
        <p:nvPicPr>
          <p:cNvPr id="2" name="Picture 1" descr="A flag in a circle&#10;&#10;Description automatically generated">
            <a:extLst>
              <a:ext uri="{FF2B5EF4-FFF2-40B4-BE49-F238E27FC236}">
                <a16:creationId xmlns:a16="http://schemas.microsoft.com/office/drawing/2014/main" id="{B08CED87-67FE-E4BC-6442-2A7DC6DDBA1A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0669" y="829672"/>
            <a:ext cx="233783" cy="233783"/>
          </a:xfrm>
          <a:prstGeom prst="rect">
            <a:avLst/>
          </a:prstGeom>
        </p:spPr>
      </p:pic>
      <p:pic>
        <p:nvPicPr>
          <p:cNvPr id="6" name="Picture 5" descr="A flag in a circle&#10;&#10;Description automatically generated">
            <a:extLst>
              <a:ext uri="{FF2B5EF4-FFF2-40B4-BE49-F238E27FC236}">
                <a16:creationId xmlns:a16="http://schemas.microsoft.com/office/drawing/2014/main" id="{58E14145-8C99-8E31-2FDF-53EB6F070F5B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246" y="4719839"/>
            <a:ext cx="233783" cy="233783"/>
          </a:xfrm>
          <a:prstGeom prst="rect">
            <a:avLst/>
          </a:prstGeom>
        </p:spPr>
      </p:pic>
      <p:pic>
        <p:nvPicPr>
          <p:cNvPr id="8" name="Picture 7" descr="A blue circle with yellow stars in center&#10;&#10;Description automatically generated">
            <a:extLst>
              <a:ext uri="{FF2B5EF4-FFF2-40B4-BE49-F238E27FC236}">
                <a16:creationId xmlns:a16="http://schemas.microsoft.com/office/drawing/2014/main" id="{261940F3-2815-F624-BCD5-176B9187CEAC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9443" y="829672"/>
            <a:ext cx="232852" cy="232852"/>
          </a:xfrm>
          <a:prstGeom prst="rect">
            <a:avLst/>
          </a:prstGeom>
        </p:spPr>
      </p:pic>
      <p:pic>
        <p:nvPicPr>
          <p:cNvPr id="12" name="Picture 11" descr="A flag in a circle&#10;&#10;Description automatically generated">
            <a:extLst>
              <a:ext uri="{FF2B5EF4-FFF2-40B4-BE49-F238E27FC236}">
                <a16:creationId xmlns:a16="http://schemas.microsoft.com/office/drawing/2014/main" id="{5E236A10-40D8-7478-DE68-7E03D8EAA36D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6223" y="4737535"/>
            <a:ext cx="233783" cy="233783"/>
          </a:xfrm>
          <a:prstGeom prst="rect">
            <a:avLst/>
          </a:prstGeom>
        </p:spPr>
      </p:pic>
      <p:pic>
        <p:nvPicPr>
          <p:cNvPr id="14" name="Picture 13" descr="A flag in a circle&#10;&#10;Description automatically generated">
            <a:extLst>
              <a:ext uri="{FF2B5EF4-FFF2-40B4-BE49-F238E27FC236}">
                <a16:creationId xmlns:a16="http://schemas.microsoft.com/office/drawing/2014/main" id="{E1D0F639-F8EC-ACE3-C367-694D40CF8873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4656" y="4732329"/>
            <a:ext cx="233783" cy="233783"/>
          </a:xfrm>
          <a:prstGeom prst="rect">
            <a:avLst/>
          </a:prstGeom>
        </p:spPr>
      </p:pic>
      <p:pic>
        <p:nvPicPr>
          <p:cNvPr id="17" name="Picture 16" descr="A red circle with yellow stars and a yellow star on it&#10;&#10;Description automatically generated">
            <a:extLst>
              <a:ext uri="{FF2B5EF4-FFF2-40B4-BE49-F238E27FC236}">
                <a16:creationId xmlns:a16="http://schemas.microsoft.com/office/drawing/2014/main" id="{BFD0BB0F-FA30-47F5-C1A2-B0932B02EB9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4633" y="4732328"/>
            <a:ext cx="233783" cy="233783"/>
          </a:xfrm>
          <a:prstGeom prst="rect">
            <a:avLst/>
          </a:prstGeom>
        </p:spPr>
      </p:pic>
      <p:pic>
        <p:nvPicPr>
          <p:cNvPr id="33" name="Picture 32" descr="A white cylinder with a number six&#10;&#10;Description automatically generated">
            <a:extLst>
              <a:ext uri="{FF2B5EF4-FFF2-40B4-BE49-F238E27FC236}">
                <a16:creationId xmlns:a16="http://schemas.microsoft.com/office/drawing/2014/main" id="{C6DBFC78-9EB0-DBD6-CA0E-F691529A2F55}"/>
              </a:ext>
            </a:extLst>
          </p:cNvPr>
          <p:cNvPicPr>
            <a:picLocks noChangeAspect="1"/>
          </p:cNvPicPr>
          <p:nvPr/>
        </p:nvPicPr>
        <p:blipFill rotWithShape="1">
          <a:blip r:embed="rId19"/>
          <a:srcRect t="839" b="1319"/>
          <a:stretch/>
        </p:blipFill>
        <p:spPr>
          <a:xfrm>
            <a:off x="4190279" y="815348"/>
            <a:ext cx="595452" cy="2452745"/>
          </a:xfrm>
          <a:prstGeom prst="rect">
            <a:avLst/>
          </a:prstGeom>
        </p:spPr>
      </p:pic>
      <p:pic>
        <p:nvPicPr>
          <p:cNvPr id="10" name="Picture 9" descr="A blue circle with yellow stars in center&#10;&#10;Description automatically generated">
            <a:extLst>
              <a:ext uri="{FF2B5EF4-FFF2-40B4-BE49-F238E27FC236}">
                <a16:creationId xmlns:a16="http://schemas.microsoft.com/office/drawing/2014/main" id="{A18807E7-04B5-B81D-9418-EA66534E56FB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3853" y="847368"/>
            <a:ext cx="232852" cy="23285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63885C08-896B-0ECA-0A4F-9A892121B5CD}"/>
              </a:ext>
            </a:extLst>
          </p:cNvPr>
          <p:cNvPicPr>
            <a:picLocks noChangeAspect="1"/>
          </p:cNvPicPr>
          <p:nvPr/>
        </p:nvPicPr>
        <p:blipFill rotWithShape="1">
          <a:blip r:embed="rId20"/>
          <a:srcRect l="42212" t="839" r="40031" b="3527"/>
          <a:stretch/>
        </p:blipFill>
        <p:spPr>
          <a:xfrm>
            <a:off x="5272255" y="805675"/>
            <a:ext cx="455416" cy="2452747"/>
          </a:xfrm>
          <a:prstGeom prst="rect">
            <a:avLst/>
          </a:prstGeom>
        </p:spPr>
      </p:pic>
      <p:pic>
        <p:nvPicPr>
          <p:cNvPr id="15" name="Picture 14" descr="A flag in a circle&#10;&#10;Description automatically generated">
            <a:extLst>
              <a:ext uri="{FF2B5EF4-FFF2-40B4-BE49-F238E27FC236}">
                <a16:creationId xmlns:a16="http://schemas.microsoft.com/office/drawing/2014/main" id="{CE8DDE68-65ED-AE46-E957-33FA1C304B45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42703" y="839327"/>
            <a:ext cx="233783" cy="233783"/>
          </a:xfrm>
          <a:prstGeom prst="rect">
            <a:avLst/>
          </a:prstGeom>
        </p:spPr>
      </p:pic>
      <p:pic>
        <p:nvPicPr>
          <p:cNvPr id="1026" name="Picture 2" descr="NROL-174 | Northrop Grumman | Minotaur IV | Vandenberg">
            <a:extLst>
              <a:ext uri="{FF2B5EF4-FFF2-40B4-BE49-F238E27FC236}">
                <a16:creationId xmlns:a16="http://schemas.microsoft.com/office/drawing/2014/main" id="{1EB3C7A5-D5CD-62BE-0462-7FC43A4622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39180" y="4723338"/>
            <a:ext cx="287309" cy="24408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08756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</TotalTime>
  <Words>6</Words>
  <Application>Microsoft Macintosh PowerPoint</Application>
  <PresentationFormat>Custom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Rushil Kukreja</dc:creator>
  <cp:lastModifiedBy>Rushil Kukreja</cp:lastModifiedBy>
  <cp:revision>11</cp:revision>
  <dcterms:created xsi:type="dcterms:W3CDTF">2024-06-17T18:16:51Z</dcterms:created>
  <dcterms:modified xsi:type="dcterms:W3CDTF">2025-01-06T00:38:45Z</dcterms:modified>
</cp:coreProperties>
</file>